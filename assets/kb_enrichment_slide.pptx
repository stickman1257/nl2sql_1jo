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Schema Knowledge Base 자동 보강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NL2SQL 실행 로그 → 실패 원인 분석 → LLM DB 탐색 → 컬럼 지식 누적 → SQL 생성 품질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949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</a:rPr>
              <a:t>Qwen 2.5 3B  ·  ReAct Loop  ·  Daily Batch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배치 파이프라인 (매일 1회 실행)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722376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72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8080"/>
                </a:solidFill>
              </a:rPr>
              <a:t>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47088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901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📋 JSONL 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80"/>
                </a:solidFill>
              </a:rPr>
              <a:t>NL2SQL 하루치
실행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1847088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6856" y="1901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🗃️ SQLite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21305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80"/>
                </a:solidFill>
              </a:rPr>
              <a:t>실제 데이터
탐색 대상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0432" y="2505456"/>
            <a:ext cx="0" cy="329184"/>
          </a:xfrm>
          <a:prstGeom prst="line">
            <a:avLst/>
          </a:prstGeom>
          <a:ln w="19050">
            <a:solidFill>
              <a:srgbClr val="80808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54096" y="2505456"/>
            <a:ext cx="0" cy="329184"/>
          </a:xfrm>
          <a:prstGeom prst="line">
            <a:avLst/>
          </a:prstGeom>
          <a:ln w="19050">
            <a:solidFill>
              <a:srgbClr val="80808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040" y="2834640"/>
            <a:ext cx="1664208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" y="2834640"/>
            <a:ext cx="1664208" cy="566928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871216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090672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Hard Query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456432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difficulty = 'hard' 쿼리 추출
• 실행 에러가 발생한 쿼리 포함
• 보강 리소스를 어려운 쿼리에 집중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02536" y="4114800"/>
            <a:ext cx="182880" cy="0"/>
          </a:xfrm>
          <a:prstGeom prst="line">
            <a:avLst/>
          </a:prstGeom>
          <a:ln w="25400">
            <a:solidFill>
              <a:srgbClr val="80808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85416" y="2834640"/>
            <a:ext cx="1664208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85416" y="2834640"/>
            <a:ext cx="1664208" cy="566928"/>
          </a:xfrm>
          <a:prstGeom prst="roundRect">
            <a:avLst>
              <a:gd name="adj" fmla="val 4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5416" y="2871216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 2-3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3090672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Column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6856" y="3456432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SQL 파싱 → table.column 참조 추출
• alias 자동 해소 (o.status → orders.status)
• 참조 빈도 집계, 가중 스코어 Top-N 선별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67911" y="4114800"/>
            <a:ext cx="182880" cy="0"/>
          </a:xfrm>
          <a:prstGeom prst="line">
            <a:avLst/>
          </a:prstGeom>
          <a:ln w="25400">
            <a:solidFill>
              <a:srgbClr val="80808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50791" y="2834640"/>
            <a:ext cx="1664208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50791" y="2834640"/>
            <a:ext cx="1664208" cy="566928"/>
          </a:xfrm>
          <a:prstGeom prst="roundRect">
            <a:avLst>
              <a:gd name="adj" fmla="val 4000"/>
            </a:avLst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50791" y="2871216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3090672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DB Explorer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1" y="3456432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Qwen 2.5 3B 로컬 LLM
• ReAct 루프: 이유→실행→관찰 반복
• SELECT 쿼리로 DB 직접 탐색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33288" y="4114800"/>
            <a:ext cx="182880" cy="0"/>
          </a:xfrm>
          <a:prstGeom prst="line">
            <a:avLst/>
          </a:prstGeom>
          <a:ln w="25400">
            <a:solidFill>
              <a:srgbClr val="80808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16168" y="2834640"/>
            <a:ext cx="1664208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16168" y="2834640"/>
            <a:ext cx="1664208" cy="566928"/>
          </a:xfrm>
          <a:prstGeom prst="roundRect">
            <a:avLst>
              <a:gd name="adj" fmla="val 4000"/>
            </a:avLst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6168" y="2871216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168" y="3090672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Schema KB Updater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7607" y="3456432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탐색 결과 → KB JSON 저장
• 버전 히스토리 누적 보존
• DB 원본 메타데이터는 수정하지 않음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532120"/>
            <a:ext cx="7223760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" y="5596128"/>
            <a:ext cx="7223760" cy="868680"/>
          </a:xfrm>
          <a:prstGeom prst="roundRect">
            <a:avLst>
              <a:gd name="adj" fmla="val 4000"/>
            </a:avLst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327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⬇  SQL 생성 시 자동 주입 (다음날 Agent가 참조)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88736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  - status  TEXT  [NOT_NULL]  |  Order lifecycle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10819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3ABD"/>
                </a:solidFill>
              </a:rPr>
              <a:t>    enriched_note (v3, 2026-06-12): 값으로 'cancelled', 'refunded', 'processing' 등이 존재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9248" y="1207008"/>
            <a:ext cx="18288" cy="5257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1207008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Schema KB가 쌓이는 방식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1481328"/>
            <a:ext cx="4187952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863840" y="1572768"/>
            <a:ext cx="4187952" cy="2240280"/>
          </a:xfrm>
          <a:prstGeom prst="roundRect">
            <a:avLst>
              <a:gd name="adj" fmla="val 4000"/>
            </a:avLst>
          </a:prstGeom>
          <a:solidFill>
            <a:srgbClr val="FAF8FF"/>
          </a:solidFill>
          <a:ln w="12700">
            <a:solidFill>
              <a:srgbClr val="6C3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7" y="1609344"/>
            <a:ext cx="398678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C3ABD"/>
                </a:solidFill>
              </a:rPr>
              <a:t>  "orders.status" : {</a:t>
            </a:r>
          </a:p>
          <a:p>
            <a:pPr algn="l"/>
            <a:r>
              <a:rPr sz="850" b="0">
                <a:solidFill>
                  <a:srgbClr val="404040"/>
                </a:solidFill>
              </a:rPr>
              <a:t>    "current_description":</a:t>
            </a:r>
          </a:p>
          <a:p>
            <a:pPr algn="l"/>
            <a:r>
              <a:rPr sz="850" b="0">
                <a:solidFill>
                  <a:srgbClr val="404040"/>
                </a:solidFill>
              </a:rPr>
              <a:t>      "'cancelled', 'refunded',</a:t>
            </a:r>
          </a:p>
          <a:p>
            <a:pPr algn="l"/>
            <a:r>
              <a:rPr sz="850" b="0">
                <a:solidFill>
                  <a:srgbClr val="404040"/>
                </a:solidFill>
              </a:rPr>
              <a:t>       'processing' 등 존재",</a:t>
            </a:r>
          </a:p>
          <a:p>
            <a:pPr algn="l"/>
            <a:r>
              <a:rPr sz="850" b="0">
                <a:solidFill>
                  <a:srgbClr val="404040"/>
                </a:solidFill>
              </a:rPr>
              <a:t>    "history": [</a:t>
            </a:r>
          </a:p>
          <a:p>
            <a:pPr algn="l"/>
            <a:r>
              <a:rPr sz="800" b="0">
                <a:solidFill>
                  <a:srgbClr val="808080"/>
                </a:solidFill>
              </a:rPr>
              <a:t>      { v1 · 06-03 · "TEXT형. 고유값 5개" },</a:t>
            </a:r>
          </a:p>
          <a:p>
            <a:pPr algn="l"/>
            <a:r>
              <a:rPr sz="800" b="0">
                <a:solidFill>
                  <a:srgbClr val="808080"/>
                </a:solidFill>
              </a:rPr>
              <a:t>      { v2 · 06-08 · "환불·취소 상태 포함" },</a:t>
            </a:r>
          </a:p>
          <a:p>
            <a:pPr algn="l"/>
            <a:r>
              <a:rPr sz="800" b="1">
                <a:solidFill>
                  <a:srgbClr val="6C3ABD"/>
                </a:solidFill>
              </a:rPr>
              <a:t>      { v3 · 06-12 · "현재 버전"  }  ← 오늘</a:t>
            </a:r>
          </a:p>
          <a:p>
            <a:pPr algn="l"/>
            <a:r>
              <a:rPr sz="850" b="0">
                <a:solidFill>
                  <a:srgbClr val="404040"/>
                </a:solidFill>
              </a:rPr>
              <a:t>    ]</a:t>
            </a:r>
          </a:p>
          <a:p>
            <a:pPr algn="l"/>
            <a:r>
              <a:rPr sz="850" b="1">
                <a:solidFill>
                  <a:srgbClr val="6C3ABD"/>
                </a:solidFill>
              </a:rPr>
              <a:t>  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3931920"/>
            <a:ext cx="4187952" cy="4023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7" y="39867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🔄 버저닝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39867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LLM이 잘못된 설명을 써도 이전 버전으로 롤백 가능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3840" y="4389120"/>
            <a:ext cx="4187952" cy="4023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7" y="44439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📂 분리 저장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44439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원본 DB·CSV 메타데이터는 절대 수정하지 않음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63840" y="4846320"/>
            <a:ext cx="4187952" cy="4023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7" y="49011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🎯 선별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49011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참조 빈도 + 설명 빈약(30자↓) 컬럼에 가중치 ×1.5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5303520"/>
            <a:ext cx="4187952" cy="4023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73567" y="53583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🔍 검색 강화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53583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KB 설명 토큰도 테이블 검색 점수에 반영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5760720"/>
            <a:ext cx="4187952" cy="4023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3567" y="58155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💻 완전 로컬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58155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Qwen 2.5 3B 4bit — API 비용 0원, 1회 다운로드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